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864735" y="3314700"/>
            <a:ext cx="864000" cy="504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/>
              <a:t>大佬王</a:t>
            </a:r>
            <a:endParaRPr lang="zh-CN" altLang="en-US" sz="1400" b="1"/>
          </a:p>
        </p:txBody>
      </p:sp>
      <p:sp>
        <p:nvSpPr>
          <p:cNvPr id="6" name="矩形 5"/>
          <p:cNvSpPr/>
          <p:nvPr/>
        </p:nvSpPr>
        <p:spPr>
          <a:xfrm>
            <a:off x="1352550" y="2656840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大佬王母亲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35595" y="1971675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父亲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9060" y="939800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外婆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85100" y="535305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奶奶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98295" y="4174490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大伯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24785" y="5664200"/>
            <a:ext cx="1008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大佬王大伯的</a:t>
            </a:r>
            <a:r>
              <a:rPr lang="zh-CN" altLang="en-US" sz="1400">
                <a:solidFill>
                  <a:schemeClr val="tx1"/>
                </a:solidFill>
              </a:rPr>
              <a:t>母亲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20430" y="3540125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弟弟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13930" y="5295900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表哥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0" idx="3"/>
          </p:cNvCxnSpPr>
          <p:nvPr/>
        </p:nvCxnSpPr>
        <p:spPr>
          <a:xfrm flipV="1">
            <a:off x="2462530" y="3778250"/>
            <a:ext cx="2374900" cy="648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 rot="20640000">
            <a:off x="2437130" y="3469640"/>
            <a:ext cx="2185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体制内的大官</a:t>
            </a:r>
            <a:endParaRPr lang="zh-CN" altLang="en-US" sz="1200"/>
          </a:p>
          <a:p>
            <a:pPr algn="ctr"/>
            <a:r>
              <a:rPr lang="zh-CN" altLang="en-US" sz="1200"/>
              <a:t>大佬王曾经逆天</a:t>
            </a:r>
            <a:r>
              <a:rPr lang="zh-CN" altLang="en-US" sz="1200"/>
              <a:t>改命的希望</a:t>
            </a:r>
            <a:endParaRPr lang="zh-CN" altLang="en-US" sz="1200"/>
          </a:p>
          <a:p>
            <a:pPr algn="ctr"/>
            <a:r>
              <a:rPr lang="zh-CN" altLang="en-US" sz="1200"/>
              <a:t>现在是大佬王羡慕的对象</a:t>
            </a:r>
            <a:endParaRPr lang="zh-CN" altLang="en-US" sz="1200"/>
          </a:p>
        </p:txBody>
      </p:sp>
      <p:cxnSp>
        <p:nvCxnSpPr>
          <p:cNvPr id="21" name="直接箭头连接符 20"/>
          <p:cNvCxnSpPr>
            <a:stCxn id="6" idx="3"/>
          </p:cNvCxnSpPr>
          <p:nvPr/>
        </p:nvCxnSpPr>
        <p:spPr>
          <a:xfrm>
            <a:off x="2216785" y="2908935"/>
            <a:ext cx="2609215" cy="488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2"/>
          </p:cNvCxnSpPr>
          <p:nvPr/>
        </p:nvCxnSpPr>
        <p:spPr>
          <a:xfrm>
            <a:off x="3071495" y="1443990"/>
            <a:ext cx="2058035" cy="18389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9" idx="2"/>
          </p:cNvCxnSpPr>
          <p:nvPr/>
        </p:nvCxnSpPr>
        <p:spPr>
          <a:xfrm flipH="1">
            <a:off x="5435600" y="1039495"/>
            <a:ext cx="2781935" cy="22688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1"/>
          </p:cNvCxnSpPr>
          <p:nvPr/>
        </p:nvCxnSpPr>
        <p:spPr>
          <a:xfrm flipH="1">
            <a:off x="5789930" y="2223770"/>
            <a:ext cx="2145665" cy="12115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0"/>
          </p:cNvCxnSpPr>
          <p:nvPr/>
        </p:nvCxnSpPr>
        <p:spPr>
          <a:xfrm flipV="1">
            <a:off x="3228975" y="3841750"/>
            <a:ext cx="1887855" cy="1822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4" idx="1"/>
          </p:cNvCxnSpPr>
          <p:nvPr/>
        </p:nvCxnSpPr>
        <p:spPr>
          <a:xfrm flipH="1" flipV="1">
            <a:off x="5370830" y="3837940"/>
            <a:ext cx="1943100" cy="17100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3" idx="1"/>
          </p:cNvCxnSpPr>
          <p:nvPr/>
        </p:nvCxnSpPr>
        <p:spPr>
          <a:xfrm flipH="1" flipV="1">
            <a:off x="5789930" y="3689350"/>
            <a:ext cx="2730500" cy="1028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 rot="660000">
            <a:off x="2546350" y="2546350"/>
            <a:ext cx="2185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阻止大佬王高考</a:t>
            </a:r>
            <a:r>
              <a:rPr lang="zh-CN" altLang="en-US" sz="1200"/>
              <a:t>复读</a:t>
            </a:r>
            <a:endParaRPr lang="zh-CN" altLang="en-US" sz="1200"/>
          </a:p>
          <a:p>
            <a:pPr algn="ctr"/>
            <a:r>
              <a:rPr lang="zh-CN" altLang="en-US" sz="1200"/>
              <a:t>直接影响大佬王</a:t>
            </a:r>
            <a:r>
              <a:rPr lang="zh-CN" altLang="en-US" sz="1200"/>
              <a:t>下半生</a:t>
            </a:r>
            <a:endParaRPr lang="zh-CN" altLang="en-US" sz="1200"/>
          </a:p>
          <a:p>
            <a:pPr algn="ctr"/>
            <a:r>
              <a:rPr lang="zh-CN" altLang="en-US" sz="1200"/>
              <a:t>被大佬王怀恨</a:t>
            </a:r>
            <a:r>
              <a:rPr lang="zh-CN" altLang="en-US" sz="1200"/>
              <a:t>一辈子</a:t>
            </a:r>
            <a:endParaRPr lang="zh-CN" altLang="en-US" sz="1200"/>
          </a:p>
        </p:txBody>
      </p:sp>
      <p:sp>
        <p:nvSpPr>
          <p:cNvPr id="29" name="文本框 28"/>
          <p:cNvSpPr txBox="1"/>
          <p:nvPr/>
        </p:nvSpPr>
        <p:spPr>
          <a:xfrm rot="2520000">
            <a:off x="3178175" y="1776730"/>
            <a:ext cx="2185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似乎对女婿非常</a:t>
            </a:r>
            <a:r>
              <a:rPr lang="zh-CN" altLang="en-US" sz="1200"/>
              <a:t>满意</a:t>
            </a:r>
            <a:endParaRPr lang="zh-CN" altLang="en-US" sz="1200"/>
          </a:p>
          <a:p>
            <a:pPr algn="ctr"/>
            <a:r>
              <a:rPr lang="zh-CN" altLang="en-US" sz="1200"/>
              <a:t>觉得自己女儿是幸运</a:t>
            </a:r>
            <a:r>
              <a:rPr lang="zh-CN" altLang="en-US" sz="1200"/>
              <a:t>高攀</a:t>
            </a:r>
            <a:endParaRPr lang="zh-CN" altLang="en-US" sz="1200"/>
          </a:p>
          <a:p>
            <a:pPr algn="ctr"/>
            <a:r>
              <a:rPr lang="zh-CN" altLang="en-US" sz="1200"/>
              <a:t>看不起亲家</a:t>
            </a:r>
            <a:r>
              <a:rPr lang="zh-CN" altLang="en-US" sz="1200"/>
              <a:t>奶奶</a:t>
            </a:r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 rot="19800000">
            <a:off x="5760085" y="2379980"/>
            <a:ext cx="2185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没什么</a:t>
            </a:r>
            <a:r>
              <a:rPr lang="zh-CN" altLang="en-US" sz="1200"/>
              <a:t>本事</a:t>
            </a:r>
            <a:endParaRPr lang="zh-CN" altLang="en-US" sz="1200"/>
          </a:p>
          <a:p>
            <a:pPr algn="ctr"/>
            <a:r>
              <a:rPr lang="zh-CN" altLang="en-US" sz="1200"/>
              <a:t>大佬王看不起的</a:t>
            </a:r>
            <a:r>
              <a:rPr lang="zh-CN" altLang="en-US" sz="1200"/>
              <a:t>对象</a:t>
            </a:r>
            <a:endParaRPr lang="zh-CN" altLang="en-US" sz="1200"/>
          </a:p>
        </p:txBody>
      </p:sp>
      <p:sp>
        <p:nvSpPr>
          <p:cNvPr id="31" name="文本框 30"/>
          <p:cNvSpPr txBox="1"/>
          <p:nvPr/>
        </p:nvSpPr>
        <p:spPr>
          <a:xfrm rot="180000">
            <a:off x="6443980" y="2970530"/>
            <a:ext cx="2185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大佬王的</a:t>
            </a:r>
            <a:r>
              <a:rPr lang="zh-CN" altLang="en-US" sz="1200"/>
              <a:t>拖油瓶</a:t>
            </a:r>
            <a:endParaRPr lang="zh-CN" altLang="en-US" sz="1200"/>
          </a:p>
          <a:p>
            <a:pPr algn="ctr"/>
            <a:r>
              <a:rPr lang="zh-CN" altLang="en-US" sz="1200">
                <a:sym typeface="+mn-ea"/>
              </a:rPr>
              <a:t>拖了大佬王走线美国的后腿</a:t>
            </a:r>
            <a:endParaRPr lang="zh-CN" altLang="en-US" sz="1200">
              <a:sym typeface="+mn-ea"/>
            </a:endParaRPr>
          </a:p>
          <a:p>
            <a:pPr algn="ctr"/>
            <a:r>
              <a:rPr lang="zh-CN" altLang="en-US" sz="1200">
                <a:sym typeface="+mn-ea"/>
              </a:rPr>
              <a:t>考不上高中</a:t>
            </a:r>
            <a:endParaRPr lang="zh-CN" altLang="en-US" sz="1200"/>
          </a:p>
          <a:p>
            <a:pPr algn="ctr"/>
            <a:r>
              <a:rPr lang="zh-CN" altLang="en-US" sz="1200"/>
              <a:t>将来也许需要大佬王</a:t>
            </a:r>
            <a:r>
              <a:rPr lang="zh-CN" altLang="en-US" sz="1200"/>
              <a:t>供养</a:t>
            </a:r>
            <a:endParaRPr lang="zh-CN" altLang="en-US" sz="1200"/>
          </a:p>
        </p:txBody>
      </p:sp>
      <p:sp>
        <p:nvSpPr>
          <p:cNvPr id="32" name="文本框 31"/>
          <p:cNvSpPr txBox="1"/>
          <p:nvPr/>
        </p:nvSpPr>
        <p:spPr>
          <a:xfrm rot="2520000">
            <a:off x="5478780" y="4380865"/>
            <a:ext cx="2185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曾经借了大佬王</a:t>
            </a:r>
            <a:r>
              <a:rPr lang="en-US" altLang="zh-CN" sz="1200"/>
              <a:t>8</a:t>
            </a:r>
            <a:r>
              <a:rPr lang="zh-CN" altLang="en-US" sz="1200"/>
              <a:t>万</a:t>
            </a:r>
            <a:endParaRPr lang="zh-CN" altLang="en-US" sz="1200"/>
          </a:p>
          <a:p>
            <a:pPr algn="ctr"/>
            <a:r>
              <a:rPr lang="zh-CN" altLang="en-US" sz="1200"/>
              <a:t>也是大佬王曾经供养</a:t>
            </a:r>
            <a:r>
              <a:rPr lang="zh-CN" altLang="en-US" sz="1200"/>
              <a:t>对象</a:t>
            </a:r>
            <a:endParaRPr lang="zh-CN" altLang="en-US" sz="1200"/>
          </a:p>
        </p:txBody>
      </p:sp>
      <p:sp>
        <p:nvSpPr>
          <p:cNvPr id="33" name="文本框 32"/>
          <p:cNvSpPr txBox="1"/>
          <p:nvPr/>
        </p:nvSpPr>
        <p:spPr>
          <a:xfrm rot="18960000">
            <a:off x="2912745" y="4610735"/>
            <a:ext cx="2185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大佬王</a:t>
            </a:r>
            <a:r>
              <a:rPr lang="zh-CN" altLang="en-US" sz="1200"/>
              <a:t>心中的模范</a:t>
            </a:r>
            <a:r>
              <a:rPr lang="zh-CN" altLang="en-US" sz="1200"/>
              <a:t>母亲</a:t>
            </a:r>
            <a:endParaRPr lang="zh-CN" altLang="en-US" sz="1200"/>
          </a:p>
        </p:txBody>
      </p:sp>
      <p:sp>
        <p:nvSpPr>
          <p:cNvPr id="34" name="文本框 33"/>
          <p:cNvSpPr txBox="1"/>
          <p:nvPr/>
        </p:nvSpPr>
        <p:spPr>
          <a:xfrm rot="19260000">
            <a:off x="5351145" y="1838325"/>
            <a:ext cx="2557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因为她的愚蠢才导致有现在的</a:t>
            </a:r>
            <a:r>
              <a:rPr lang="zh-CN" altLang="en-US" sz="1200"/>
              <a:t>老母</a:t>
            </a:r>
            <a:endParaRPr lang="zh-CN" altLang="en-US" sz="1200"/>
          </a:p>
          <a:p>
            <a:pPr algn="ctr"/>
            <a:r>
              <a:rPr lang="zh-CN" altLang="en-US" sz="1200"/>
              <a:t>也是大佬王怀恨对象</a:t>
            </a:r>
            <a:r>
              <a:rPr lang="zh-CN" altLang="en-US" sz="1200"/>
              <a:t>之一</a:t>
            </a:r>
            <a:endParaRPr lang="zh-CN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6532245" y="833755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外婆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32245" y="2313305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外公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11615" y="1557020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大佬王母亲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5" name="肘形连接符 4"/>
          <p:cNvCxnSpPr>
            <a:stCxn id="7" idx="3"/>
            <a:endCxn id="6" idx="1"/>
          </p:cNvCxnSpPr>
          <p:nvPr/>
        </p:nvCxnSpPr>
        <p:spPr>
          <a:xfrm flipV="1">
            <a:off x="7396480" y="1809115"/>
            <a:ext cx="1715135" cy="756285"/>
          </a:xfrm>
          <a:prstGeom prst="bentConnector3">
            <a:avLst>
              <a:gd name="adj1" fmla="val 5001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8" idx="3"/>
            <a:endCxn id="6" idx="1"/>
          </p:cNvCxnSpPr>
          <p:nvPr/>
        </p:nvCxnSpPr>
        <p:spPr>
          <a:xfrm>
            <a:off x="7396480" y="1085850"/>
            <a:ext cx="1715135" cy="723265"/>
          </a:xfrm>
          <a:prstGeom prst="bentConnector3">
            <a:avLst>
              <a:gd name="adj1" fmla="val 5001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49490" y="1406525"/>
            <a:ext cx="956945" cy="808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/>
              <a:t>都知道自己女儿是坑货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3775075" y="1557020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父亲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3" name="肘形连接符 12"/>
          <p:cNvCxnSpPr>
            <a:stCxn id="8" idx="1"/>
            <a:endCxn id="12" idx="0"/>
          </p:cNvCxnSpPr>
          <p:nvPr/>
        </p:nvCxnSpPr>
        <p:spPr>
          <a:xfrm rot="10800000" flipV="1">
            <a:off x="4206875" y="1085850"/>
            <a:ext cx="2324735" cy="47117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7" idx="1"/>
            <a:endCxn id="12" idx="2"/>
          </p:cNvCxnSpPr>
          <p:nvPr/>
        </p:nvCxnSpPr>
        <p:spPr>
          <a:xfrm rot="10800000">
            <a:off x="4206875" y="2061210"/>
            <a:ext cx="2324735" cy="5041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234180" y="2181860"/>
            <a:ext cx="2016125" cy="3835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/>
              <a:t>觉得他</a:t>
            </a:r>
            <a:r>
              <a:rPr lang="zh-CN" altLang="en-US" sz="1200"/>
              <a:t>可怜</a:t>
            </a:r>
            <a:endParaRPr lang="zh-CN" altLang="en-US" sz="1200"/>
          </a:p>
          <a:p>
            <a:pPr algn="ctr"/>
            <a:r>
              <a:rPr lang="zh-CN" altLang="en-US" sz="1200"/>
              <a:t>不想把女儿嫁过去坑</a:t>
            </a:r>
            <a:r>
              <a:rPr lang="zh-CN" altLang="en-US" sz="1200"/>
              <a:t>他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6531610" y="3458845"/>
            <a:ext cx="864000" cy="50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奶奶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16650" y="2584450"/>
            <a:ext cx="340360" cy="115824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zh-CN" altLang="en-US" sz="1200"/>
              <a:t>都</a:t>
            </a:r>
            <a:r>
              <a:rPr lang="zh-CN" altLang="en-US" sz="1200"/>
              <a:t>瞧不起</a:t>
            </a:r>
            <a:r>
              <a:rPr lang="zh-CN" altLang="en-US" sz="1200"/>
              <a:t>她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4234180" y="1089660"/>
            <a:ext cx="2016125" cy="3835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/>
              <a:t>知道他可怜但比较</a:t>
            </a:r>
            <a:r>
              <a:rPr lang="zh-CN" altLang="en-US" sz="1200"/>
              <a:t>满意</a:t>
            </a:r>
            <a:endParaRPr lang="zh-CN" altLang="en-US" sz="1200"/>
          </a:p>
          <a:p>
            <a:pPr algn="ctr"/>
            <a:r>
              <a:rPr lang="zh-CN" altLang="en-US" sz="1200"/>
              <a:t>想</a:t>
            </a:r>
            <a:r>
              <a:rPr lang="zh-CN" altLang="en-US" sz="1200"/>
              <a:t>把女儿嫁过去坑</a:t>
            </a:r>
            <a:r>
              <a:rPr lang="zh-CN" altLang="en-US" sz="1200"/>
              <a:t>他</a:t>
            </a:r>
            <a:endParaRPr lang="zh-CN" altLang="en-US" sz="1200"/>
          </a:p>
        </p:txBody>
      </p:sp>
      <p:cxnSp>
        <p:nvCxnSpPr>
          <p:cNvPr id="21" name="肘形连接符 20"/>
          <p:cNvCxnSpPr>
            <a:stCxn id="8" idx="1"/>
            <a:endCxn id="17" idx="1"/>
          </p:cNvCxnSpPr>
          <p:nvPr/>
        </p:nvCxnSpPr>
        <p:spPr>
          <a:xfrm rot="10800000" flipV="1">
            <a:off x="6531610" y="1085850"/>
            <a:ext cx="635" cy="2625090"/>
          </a:xfrm>
          <a:prstGeom prst="bentConnector3">
            <a:avLst>
              <a:gd name="adj1" fmla="val 376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7" idx="1"/>
            <a:endCxn id="17" idx="1"/>
          </p:cNvCxnSpPr>
          <p:nvPr/>
        </p:nvCxnSpPr>
        <p:spPr>
          <a:xfrm rot="10800000" flipV="1">
            <a:off x="6531610" y="2565400"/>
            <a:ext cx="635" cy="1145540"/>
          </a:xfrm>
          <a:prstGeom prst="bentConnector3">
            <a:avLst>
              <a:gd name="adj1" fmla="val 376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9111615" y="3458845"/>
            <a:ext cx="864000" cy="50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大佬王</a:t>
            </a:r>
            <a:r>
              <a:rPr lang="zh-CN" altLang="en-US" sz="1400">
                <a:solidFill>
                  <a:schemeClr val="tx1"/>
                </a:solidFill>
              </a:rPr>
              <a:t>弟弟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6" idx="2"/>
            <a:endCxn id="23" idx="0"/>
          </p:cNvCxnSpPr>
          <p:nvPr/>
        </p:nvCxnSpPr>
        <p:spPr>
          <a:xfrm>
            <a:off x="9544050" y="2061210"/>
            <a:ext cx="0" cy="1397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263380" y="2180590"/>
            <a:ext cx="340360" cy="115824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zh-CN" altLang="en-US" sz="1200"/>
              <a:t>相当宠爱</a:t>
            </a:r>
            <a:endParaRPr lang="zh-CN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WPS 演示</Application>
  <PresentationFormat>宽屏</PresentationFormat>
  <Paragraphs>70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Lishuai</cp:lastModifiedBy>
  <cp:revision>6</cp:revision>
  <dcterms:created xsi:type="dcterms:W3CDTF">2023-08-09T12:44:00Z</dcterms:created>
  <dcterms:modified xsi:type="dcterms:W3CDTF">2026-07-06T09:35:46Z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2052-12.1.0.26880</vt:lpwstr>
  </property>
  <property fmtid="{D5CDD505-2E9C-101B-9397-08002B2CF9AE}" pid="3" name="ICV">
    <vt:lpwstr>7977E7F1A340427EB466B2A1F7DB90E8_13</vt:lpwstr>
  </property>
</Properties>
</file>